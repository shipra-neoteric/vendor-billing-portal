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60520"/>
            <a:ext cx="12191695" cy="5486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417320"/>
            <a:ext cx="777240" cy="777240"/>
          </a:xfrm>
          <a:prstGeom prst="roundRect">
            <a:avLst>
              <a:gd name="adj" fmla="val 23529"/>
            </a:avLst>
          </a:prstGeom>
          <a:solidFill>
            <a:srgbClr val="FF7A00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1732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828800" y="157276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NEOTERIC PROPERTIES  ·  PROJECT COST CENTER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 Dashboard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822960" y="33375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7A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Overview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43434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Site DRIs track daily work, log progress, and request drawings — end to end.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5029200"/>
            <a:ext cx="2528316" cy="457200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5029200"/>
            <a:ext cx="25283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Wise Progress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552444" y="5029200"/>
            <a:ext cx="2528316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/>
        </p:spPr>
      </p:sp>
      <p:sp>
        <p:nvSpPr>
          <p:cNvPr id="12" name="Text 10"/>
          <p:cNvSpPr/>
          <p:nvPr/>
        </p:nvSpPr>
        <p:spPr>
          <a:xfrm>
            <a:off x="3552444" y="5029200"/>
            <a:ext cx="25283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Daily Progress Report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81928" y="5029200"/>
            <a:ext cx="2002536" cy="4572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5029200"/>
            <a:ext cx="2002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Drawing Requests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covers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connected workflows a Site DRI uses every day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3429000" cy="42976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228600" dist="76200" dir="5400000">
              <a:srgbClr val="1A1A2E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3429000" cy="128016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0574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7A00">
                    <a:alpha val="7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051560" y="2788920"/>
            <a:ext cx="2788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Wise Progress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51560" y="3429000"/>
            <a:ext cx="2788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a project, log today's measured quantity against each scope item, and watch billing-ready progress build up automatically.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80560" y="1737360"/>
            <a:ext cx="3429000" cy="42976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228600" dist="76200" dir="5400000">
              <a:srgbClr val="1A1A2E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80560" y="1737360"/>
            <a:ext cx="3429000" cy="12801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20574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F46E5">
                    <a:alpha val="7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800600" y="2788920"/>
            <a:ext cx="2788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Daily Progress Report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800600" y="3429000"/>
            <a:ext cx="2788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end-of-day form: project, contractor, shift, labour count, and a work-type checklist backed by photo evidence.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1737360"/>
            <a:ext cx="3429000" cy="42976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228600" dist="76200" dir="5400000">
              <a:srgbClr val="1A1A2E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0" y="1737360"/>
            <a:ext cx="3429000" cy="12801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8549640" y="20574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>
                    <a:alpha val="7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549640" y="2788920"/>
            <a:ext cx="2788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Drawing Requests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49640" y="3429000"/>
            <a:ext cx="2788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Raise a ticket for a missing drawing right from the report — then track it through AGM, GM, and Planning until it's resolved.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Nexora ERP  ·  DRI Dashboard Overview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521440" y="654710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7A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FFFFFF">
                    <a:alpha val="3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000" dirty="0"/>
          </a:p>
        </p:txBody>
      </p:sp>
      <p:sp>
        <p:nvSpPr>
          <p:cNvPr id="3" name="Shape 1"/>
          <p:cNvSpPr/>
          <p:nvPr/>
        </p:nvSpPr>
        <p:spPr>
          <a:xfrm>
            <a:off x="868680" y="3429000"/>
            <a:ext cx="1280160" cy="640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36118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Wise Progress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4348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>
                    <a:alpha val="8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today's measured quantity, project by project, scope item by scope item.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10896"/>
            <a:ext cx="82296" cy="6217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237744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Wise Progress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71323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>
                    <a:alpha val="8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by project and category to pull up every work order that needs a measurement logged today.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1819656"/>
            <a:ext cx="82296" cy="82296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682496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a project &amp; category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96112" y="1975104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Filters narrow 200+ live work orders down to exactly what's relevant for today's site visit.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752344"/>
            <a:ext cx="82296" cy="82296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261518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what's outstanding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96112" y="2907792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work order card shows the contractor, category, and current contract value at a glance.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685032"/>
            <a:ext cx="82296" cy="82296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354787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Drill into scope items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96112" y="3840480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a work order to see every scope item's Planned / Done / Billed / Unbilled quantities side by side.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617720"/>
            <a:ext cx="82296" cy="82296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48056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a measurement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96112" y="4773168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"+ Measurement" records today's quantity against the right item — it rolls straight into billing readiness.</a:t>
            </a:r>
            <a:endParaRPr lang="en-US" sz="1150" dirty="0"/>
          </a:p>
        </p:txBody>
      </p:sp>
      <p:pic>
        <p:nvPicPr>
          <p:cNvPr id="18" name="Image 0" descr="shots/02_progress_project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600200"/>
            <a:ext cx="5669280" cy="46634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1A1A2E">
                <a:alpha val="35000"/>
              </a:srgbClr>
            </a:outerShdw>
          </a:effectLst>
        </p:spPr>
      </p:pic>
      <p:sp>
        <p:nvSpPr>
          <p:cNvPr id="19" name="Text 16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Nexora ERP  ·  DRI Dashboard Overview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521440" y="654710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F4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FFFFFF">
                    <a:alpha val="3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0" dirty="0"/>
          </a:p>
        </p:txBody>
      </p:sp>
      <p:sp>
        <p:nvSpPr>
          <p:cNvPr id="3" name="Shape 1"/>
          <p:cNvSpPr/>
          <p:nvPr/>
        </p:nvSpPr>
        <p:spPr>
          <a:xfrm>
            <a:off x="868680" y="3429000"/>
            <a:ext cx="1280160" cy="640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36118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Daily Progress Report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4348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>
                    <a:alpha val="8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end-of-day form — project, contractor, shift, labour, and photo-backed work-type checklist.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10896"/>
            <a:ext cx="82296" cy="6217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237744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Daily Progress Report — Overview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71323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>
                    <a:alpha val="8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Replaces two separate paper-style reports with a single, photo-verified daily submission.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1819656"/>
            <a:ext cx="82296" cy="8229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682496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submission per site day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96112" y="1975104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Project, DRI name, date, contractor, shift, and today's labour count — all in one place.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752344"/>
            <a:ext cx="82296" cy="8229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261518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report is listed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96112" y="2907792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Recent Reports table shows what's been logged, by whom, and how many categories were covered.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685032"/>
            <a:ext cx="82296" cy="8229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354787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Raise a Drawing Request inline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96112" y="3840480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DRI who hits a missing drawing while filling this out can raise it without leaving the page.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617720"/>
            <a:ext cx="82296" cy="8229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48056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Available two ways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96112" y="4773168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Inside the app for logged-in DRIs/Admins, and as a public no-login form for anyone on site.</a:t>
            </a:r>
            <a:endParaRPr lang="en-US" sz="1150" dirty="0"/>
          </a:p>
        </p:txBody>
      </p:sp>
      <p:pic>
        <p:nvPicPr>
          <p:cNvPr id="18" name="Image 0" descr="shots/09_dpr_submitted_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600200"/>
            <a:ext cx="5669280" cy="46634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1A1A2E">
                <a:alpha val="35000"/>
              </a:srgbClr>
            </a:outerShdw>
          </a:effectLst>
        </p:spPr>
      </p:pic>
      <p:sp>
        <p:nvSpPr>
          <p:cNvPr id="19" name="Text 16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Nexora ERP  ·  DRI Dashboard Overview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521440" y="654710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10896"/>
            <a:ext cx="82296" cy="6217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237744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Filling In a Report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71323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>
                    <a:alpha val="8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 Details up top, the work-type checklist below — both in one wide, well-spaced drawer.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1819656"/>
            <a:ext cx="82296" cy="8229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682496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&amp; Contractor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96112" y="1975104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Searchable dropdowns pull from the same live Projects and Contractors lists used across the app.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752344"/>
            <a:ext cx="82296" cy="8229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261518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 Name is a dropdown here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96112" y="2907792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Inside the app it's picked from registered site DRIs — the public form uses a free-text field instead.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685032"/>
            <a:ext cx="82296" cy="8229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354787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Shift &amp; labour count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96112" y="3840480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or Night shift, plus how many labourers were on site — quick to fill, nothing optional missed.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617720"/>
            <a:ext cx="82296" cy="8229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48056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 defaults to today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96112" y="4773168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Can't be set in the future, keeping every report tied to a real site day.</a:t>
            </a:r>
            <a:endParaRPr lang="en-US" sz="1150" dirty="0"/>
          </a:p>
        </p:txBody>
      </p:sp>
      <p:pic>
        <p:nvPicPr>
          <p:cNvPr id="18" name="Image 0" descr="shots/06_dpr_form_filled_me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600200"/>
            <a:ext cx="5669280" cy="46634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1A1A2E">
                <a:alpha val="35000"/>
              </a:srgbClr>
            </a:outerShdw>
          </a:effectLst>
        </p:spPr>
      </p:pic>
      <p:sp>
        <p:nvSpPr>
          <p:cNvPr id="19" name="Text 16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Nexora ERP  ·  DRI Dashboard Overview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521440" y="654710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10896"/>
            <a:ext cx="82296" cy="6217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237744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Work-Type Checklist + Photo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71323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>
                    <a:alpha val="8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 real construction categories — check what happened today, then prove it with photos.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1819656"/>
            <a:ext cx="82296" cy="8229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682496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every category that applied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96112" y="1975104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Civil, Electrical, Plumbing, Waterproofing, and 28 more — a DRI checks exactly what work happened.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752344"/>
            <a:ext cx="82296" cy="8229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261518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5-photo minimum per category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96112" y="2907792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Checking a box opens its own photo slot — at least 5 site photos are required before it counts as covered.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685032"/>
            <a:ext cx="82296" cy="8229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354787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Photos are compressed automatically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96112" y="3840480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Images are resized and compressed client-side so a full day's evidence stays lightweight to submit.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617720"/>
            <a:ext cx="82296" cy="8229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48056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submits until it's complete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96112" y="4773168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Submit button validates every checked category has its minimum photos before it goes through.</a:t>
            </a:r>
            <a:endParaRPr lang="en-US" sz="1150" dirty="0"/>
          </a:p>
        </p:txBody>
      </p:sp>
      <p:pic>
        <p:nvPicPr>
          <p:cNvPr id="18" name="Image 0" descr="shots/08_dpr_photos_uploa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600200"/>
            <a:ext cx="5669280" cy="46634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1A1A2E">
                <a:alpha val="35000"/>
              </a:srgbClr>
            </a:outerShdw>
          </a:effectLst>
        </p:spPr>
      </p:pic>
      <p:sp>
        <p:nvSpPr>
          <p:cNvPr id="19" name="Text 16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Nexora ERP  ·  DRI Dashboard Overview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521440" y="654710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10896"/>
            <a:ext cx="82296" cy="6217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237744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Reviewing a Submitted Report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71323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>
                    <a:alpha val="8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category's photo evidence stays attached to the report, viewable any time.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1819656"/>
            <a:ext cx="82296" cy="8229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682496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report summary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96112" y="1975104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Date, DRI, contractor, shift, and labour count are all shown together at the top.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752344"/>
            <a:ext cx="82296" cy="8229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261518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Photo evidence, per category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96112" y="2907792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checked work type keeps its own gallery of site photos — click through to open full size.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685032"/>
            <a:ext cx="82296" cy="8229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354787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permanent, auditable record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96112" y="3840480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Once submitted, the report and its photos become part of that project's history.</a:t>
            </a:r>
            <a:endParaRPr lang="en-US" sz="1150" dirty="0"/>
          </a:p>
        </p:txBody>
      </p:sp>
      <p:pic>
        <p:nvPicPr>
          <p:cNvPr id="15" name="Image 0" descr="shots/10_dpr_view_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600200"/>
            <a:ext cx="5669280" cy="46634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1A1A2E">
                <a:alpha val="35000"/>
              </a:srgbClr>
            </a:outerShdw>
          </a:effectLst>
        </p:spPr>
      </p:pic>
      <p:sp>
        <p:nvSpPr>
          <p:cNvPr id="16" name="Text 13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Nexora ERP  ·  DRI Dashboard Overview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521440" y="654710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7C3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FFFFFF">
                    <a:alpha val="3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0" dirty="0"/>
          </a:p>
        </p:txBody>
      </p:sp>
      <p:sp>
        <p:nvSpPr>
          <p:cNvPr id="3" name="Shape 1"/>
          <p:cNvSpPr/>
          <p:nvPr/>
        </p:nvSpPr>
        <p:spPr>
          <a:xfrm>
            <a:off x="868680" y="3429000"/>
            <a:ext cx="1280160" cy="640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36118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Drawing Requests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4348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>
                    <a:alpha val="8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Raise it in seconds on site — track it through AGM, GM, and Planning until it's resolved.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10896"/>
            <a:ext cx="82296" cy="6217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237744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Raising a Request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71323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>
                    <a:alpha val="8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DRI stuck without a drawing raises a ticket without ever leaving the Daily Progress Report page.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1819656"/>
            <a:ext cx="82296" cy="8229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682496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button, right where it's needed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96112" y="1975104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"Drawing Request" sits next to "New Report" on the Daily Progress Report page.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752344"/>
            <a:ext cx="82296" cy="8229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261518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Just the essentials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96112" y="2907792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Project, a description of what's needed, drawing type (Architectural / Structural / MEP / Civil…), and requester name.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685032"/>
            <a:ext cx="82296" cy="8229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354787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Auto-numbered on submit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96112" y="3840480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request gets its own ticket number (e.g. DR-0003) the moment it's raised.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617720"/>
            <a:ext cx="82296" cy="8229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48056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Also available publicly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96112" y="4773168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standalone no-login form covers anyone on site without an account.</a:t>
            </a:r>
            <a:endParaRPr lang="en-US" sz="1150" dirty="0"/>
          </a:p>
        </p:txBody>
      </p:sp>
      <p:pic>
        <p:nvPicPr>
          <p:cNvPr id="18" name="Image 0" descr="shots/12_drawing_request_fill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600200"/>
            <a:ext cx="5669280" cy="46634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1A1A2E">
                <a:alpha val="35000"/>
              </a:srgbClr>
            </a:outerShdw>
          </a:effectLst>
        </p:spPr>
      </p:pic>
      <p:sp>
        <p:nvSpPr>
          <p:cNvPr id="19" name="Text 16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Nexora ERP  ·  DRI Dashboard Overview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521440" y="654710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10896"/>
            <a:ext cx="82296" cy="6217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237744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Tracking Every Ticket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71323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>
                    <a:alpha val="8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list, searchable and filterable, for everything the site has ever asked Planning/Design for.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1819656"/>
            <a:ext cx="82296" cy="8229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682496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 &amp; filter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96112" y="1975104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project, drawing type, priority, status, or a date range — find any ticket in seconds.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752344"/>
            <a:ext cx="82296" cy="8229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261518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at a glance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96112" y="2907792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Pending, Committed, Completed, or Delayed — colour-coded across the whole list.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685032"/>
            <a:ext cx="82296" cy="8229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354787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in one row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96112" y="3840480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No, requester, assigned owner, priority, committed date, and actual completion — no digging required.</a:t>
            </a:r>
            <a:endParaRPr lang="en-US" sz="1150" dirty="0"/>
          </a:p>
        </p:txBody>
      </p:sp>
      <p:pic>
        <p:nvPicPr>
          <p:cNvPr id="15" name="Image 0" descr="shots/14_drawing_requests_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600200"/>
            <a:ext cx="5669280" cy="46634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1A1A2E">
                <a:alpha val="35000"/>
              </a:srgbClr>
            </a:outerShdw>
          </a:effectLst>
        </p:spPr>
      </p:pic>
      <p:sp>
        <p:nvSpPr>
          <p:cNvPr id="16" name="Text 13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Nexora ERP  ·  DRI Dashboard Overview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521440" y="654710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10896"/>
            <a:ext cx="82296" cy="6217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237744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Full Ticket Lifecycle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71323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>
                    <a:alpha val="8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short stages carry a request from raised to resolved — each owned by a different role.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1819656"/>
            <a:ext cx="82296" cy="8229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682496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AGM Response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96112" y="1975104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Assigns the ticket to someone and commits a target date.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752344"/>
            <a:ext cx="82296" cy="8229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261518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 — Priority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96112" y="2907792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Sets how urgently it needs to move.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685032"/>
            <a:ext cx="82296" cy="8229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354787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— Status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96112" y="3840480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Updates progress through to an actual completion date.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617720"/>
            <a:ext cx="82296" cy="8229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48056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96112" y="4773168"/>
            <a:ext cx="4773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and the project team both confirm it's genuinely resolved.</a:t>
            </a:r>
            <a:endParaRPr lang="en-US" sz="1150" dirty="0"/>
          </a:p>
        </p:txBody>
      </p:sp>
      <p:pic>
        <p:nvPicPr>
          <p:cNvPr id="18" name="Image 0" descr="shots/16_drawing_request_edit_mod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600200"/>
            <a:ext cx="5669280" cy="46634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1A1A2E">
                <a:alpha val="35000"/>
              </a:srgbClr>
            </a:outerShdw>
          </a:effectLst>
        </p:spPr>
      </p:pic>
      <p:sp>
        <p:nvSpPr>
          <p:cNvPr id="19" name="Text 16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Nexora ERP  ·  DRI Dashboard Overview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521440" y="654710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60520"/>
            <a:ext cx="12191695" cy="5486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dashboard, three connected workflows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Wise Progress feeds billing. Daily Progress Reports build the site's photographic record. Drawing Requests keep Planning and the site in sync.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47091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7A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Nexora ERP  ·  DRI Dashboard Overview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521440" y="654710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2026-08-04T10:36:14Z</dcterms:created>
  <dcterms:modified xsi:type="dcterms:W3CDTF">2026-08-04T10:36:14Z</dcterms:modified>
</cp:coreProperties>
</file>