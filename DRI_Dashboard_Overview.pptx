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FF7A00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417320"/>
            <a:ext cx="777240" cy="777240"/>
          </a:xfrm>
          <a:prstGeom prst="roundRect">
            <a:avLst>
              <a:gd name="adj" fmla="val 23529"/>
            </a:avLst>
          </a:prstGeom>
          <a:solidFill>
            <a:srgbClr val="FF7A0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28800" y="15727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NEOTERIC PROPERTIES  ·  PROJECT COST CENTER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 Dashboard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7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Overview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Site DRIs log daily reports and request drawings — end to end.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5029200"/>
            <a:ext cx="2528316" cy="4572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029200"/>
            <a:ext cx="25283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Progress Report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552444" y="5029200"/>
            <a:ext cx="2002536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3552444" y="5029200"/>
            <a:ext cx="2002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Drawing Requests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covers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connected workflows a Site DRI uses every 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04088" y="1737360"/>
            <a:ext cx="512064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28600" dist="76200" dir="5400000">
              <a:srgbClr val="1A1A2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737360"/>
            <a:ext cx="5120640" cy="12801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1024128" y="2057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46E5">
                    <a:alpha val="7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24128" y="278892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Progress Report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3429000"/>
            <a:ext cx="4480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end-of-day form: project, contractor, shift, labour count, and a work-type checklist backed by photo evidence.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73368" y="1737360"/>
            <a:ext cx="512064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28600" dist="76200" dir="5400000">
              <a:srgbClr val="1A1A2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73368" y="1737360"/>
            <a:ext cx="5120640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6693408" y="2057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C3AED">
                    <a:alpha val="7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693408" y="278892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Drawing Requests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93408" y="3429000"/>
            <a:ext cx="4480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Raise a ticket for a missing drawing right from the report — then track it through AGM, GM, and Planning until it's resolved.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Nexora ERP  ·  DRI Dashboard Overview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F46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>
                    <a:alpha val="3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868680" y="3429000"/>
            <a:ext cx="1280160" cy="64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11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Progress Report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44348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>
                    <a:alpha val="8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end-of-day form — project, contractor, shift, labour, and photo-backed work-type checklist.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10896"/>
            <a:ext cx="82296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37744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Progress Report — Overview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7240" y="7132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>
                    <a:alpha val="8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Replaces two separate paper-style reports with a single, photo-verified daily submission.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819656"/>
            <a:ext cx="82296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682496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submission per site day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96112" y="1975104"/>
            <a:ext cx="4773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Project, DRI name, date, contractor, shift, and today's labour count — all in one place.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752344"/>
            <a:ext cx="82296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261518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report is listed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96112" y="2907792"/>
            <a:ext cx="4773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Recent Reports table shows what's been logged, by whom, and how many categories were covered.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685032"/>
            <a:ext cx="82296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54787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Raise a Drawing Request inline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96112" y="3840480"/>
            <a:ext cx="4773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DRI who hits a missing drawing while filling this out can raise it without leaving the page.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617720"/>
            <a:ext cx="82296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48056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Available two ways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96112" y="4773168"/>
            <a:ext cx="4773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Inside the app for logged-in DRIs/Admins, and as a public no-login form for anyone on site.</a:t>
            </a:r>
            <a:endParaRPr lang="en-US" sz="1150" dirty="0"/>
          </a:p>
        </p:txBody>
      </p:sp>
      <p:pic>
        <p:nvPicPr>
          <p:cNvPr id="18" name="Image 0" descr="shots/09_dpr_submitted_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600200"/>
            <a:ext cx="5669280" cy="466344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1A1A2E">
                <a:alpha val="35000"/>
              </a:srgbClr>
            </a:outerShdw>
          </a:effectLst>
        </p:spPr>
      </p:pic>
      <p:sp>
        <p:nvSpPr>
          <p:cNvPr id="19" name="Text 16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Nexora ERP  ·  DRI Dashboard Overview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10896"/>
            <a:ext cx="82296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37744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Filling In a Report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7240" y="7132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>
                    <a:alpha val="8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Details up top, the work-type checklist below — both in one wide, well-spaced drawer.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819656"/>
            <a:ext cx="82296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682496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&amp; Contractor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96112" y="1975104"/>
            <a:ext cx="4773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Searchable dropdowns pull from the same live Projects and Contractors lists used across the app.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752344"/>
            <a:ext cx="82296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261518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 Name is a dropdown here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96112" y="2907792"/>
            <a:ext cx="4773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Inside the app it's picked from registered site DRIs — the public form uses a free-text field instead.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685032"/>
            <a:ext cx="82296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54787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Shift &amp; labour count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96112" y="3840480"/>
            <a:ext cx="4773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or Night shift, plus how many labourers were on site — quick to fill, nothing optional missed.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617720"/>
            <a:ext cx="82296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48056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defaults to today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96112" y="4773168"/>
            <a:ext cx="4773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Can't be set in the future, keeping every report tied to a real site day.</a:t>
            </a:r>
            <a:endParaRPr lang="en-US" sz="1150" dirty="0"/>
          </a:p>
        </p:txBody>
      </p:sp>
      <p:pic>
        <p:nvPicPr>
          <p:cNvPr id="18" name="Image 0" descr="shots/06_dpr_form_filled_m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600200"/>
            <a:ext cx="5669280" cy="466344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1A1A2E">
                <a:alpha val="35000"/>
              </a:srgbClr>
            </a:outerShdw>
          </a:effectLst>
        </p:spPr>
      </p:pic>
      <p:sp>
        <p:nvSpPr>
          <p:cNvPr id="19" name="Text 16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Nexora ERP  ·  DRI Dashboard Overview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10896"/>
            <a:ext cx="82296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37744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Work-Type Checklist + Photo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7240" y="7132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>
                    <a:alpha val="8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 real construction categories — check what happened today, then prove it with photos.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819656"/>
            <a:ext cx="82296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682496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every category that applied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96112" y="1975104"/>
            <a:ext cx="4773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Civil, Electrical, Plumbing, Waterproofing, and 28 more — a DRI checks exactly what work happened.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752344"/>
            <a:ext cx="82296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261518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5-photo minimum per category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96112" y="2907792"/>
            <a:ext cx="4773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Checking a box opens its own photo slot — at least 5 site photos are required before it counts as covered.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685032"/>
            <a:ext cx="82296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54787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Photos are compressed automatically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96112" y="3840480"/>
            <a:ext cx="4773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Images are resized and compressed client-side so a full day's evidence stays lightweight to submit.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617720"/>
            <a:ext cx="82296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48056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submits until it's complete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96112" y="4773168"/>
            <a:ext cx="4773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Submit button validates every checked category has its minimum photos before it goes through.</a:t>
            </a:r>
            <a:endParaRPr lang="en-US" sz="1150" dirty="0"/>
          </a:p>
        </p:txBody>
      </p:sp>
      <p:pic>
        <p:nvPicPr>
          <p:cNvPr id="18" name="Image 0" descr="shots/08_dpr_photos_uploa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600200"/>
            <a:ext cx="5669280" cy="466344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1A1A2E">
                <a:alpha val="35000"/>
              </a:srgbClr>
            </a:outerShdw>
          </a:effectLst>
        </p:spPr>
      </p:pic>
      <p:sp>
        <p:nvSpPr>
          <p:cNvPr id="19" name="Text 16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Nexora ERP  ·  DRI Dashboard Overview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10896"/>
            <a:ext cx="82296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37744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Reviewing a Submitted Report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7240" y="7132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>
                    <a:alpha val="8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category's photo evidence stays attached to the report, viewable any time.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819656"/>
            <a:ext cx="82296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682496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report summary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96112" y="1975104"/>
            <a:ext cx="4773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Date, DRI, contractor, shift, and labour count are all shown together at the top.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752344"/>
            <a:ext cx="82296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261518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 evidence, per category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96112" y="2907792"/>
            <a:ext cx="4773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checked work type keeps its own gallery of site photos — click through to open full size.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685032"/>
            <a:ext cx="82296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54787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permanent, auditable record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96112" y="3840480"/>
            <a:ext cx="4773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Once submitted, the report and its photos become part of that project's history.</a:t>
            </a:r>
            <a:endParaRPr lang="en-US" sz="1150" dirty="0"/>
          </a:p>
        </p:txBody>
      </p:sp>
      <p:pic>
        <p:nvPicPr>
          <p:cNvPr id="15" name="Image 0" descr="shots/10_dpr_view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600200"/>
            <a:ext cx="5669280" cy="466344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1A1A2E">
                <a:alpha val="35000"/>
              </a:srgbClr>
            </a:outerShdw>
          </a:effectLst>
        </p:spPr>
      </p:pic>
      <p:sp>
        <p:nvSpPr>
          <p:cNvPr id="16" name="Text 13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Nexora ERP  ·  DRI Dashboard Overview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>
                    <a:alpha val="3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868680" y="3429000"/>
            <a:ext cx="1280160" cy="64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11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Drawing Requests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44348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>
                    <a:alpha val="8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Raise it in seconds on site — track it through AGM, GM, and Planning until it's resolved.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10896"/>
            <a:ext cx="82296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37744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Raising a Request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7240" y="7132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>
                    <a:alpha val="8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DRI stuck without a drawing raises a ticket without ever leaving the Daily Progress Report page.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819656"/>
            <a:ext cx="82296" cy="822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682496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button, right where it's needed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96112" y="1975104"/>
            <a:ext cx="4773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"Drawing Request" sits next to "New Report" on the Daily Progress Report page.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752344"/>
            <a:ext cx="82296" cy="822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261518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Just the essentials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96112" y="2907792"/>
            <a:ext cx="4773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Project, a description of what's needed, drawing type (Architectural / Structural / MEP / Civil…), and requester name.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685032"/>
            <a:ext cx="82296" cy="822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54787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Auto-numbered on submit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96112" y="3840480"/>
            <a:ext cx="4773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request gets its own ticket number (e.g. DR-0003) the moment it's raised.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617720"/>
            <a:ext cx="82296" cy="822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48056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Also available publicly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96112" y="4773168"/>
            <a:ext cx="4773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standalone no-login form covers anyone on site without an account.</a:t>
            </a:r>
            <a:endParaRPr lang="en-US" sz="1150" dirty="0"/>
          </a:p>
        </p:txBody>
      </p:sp>
      <p:pic>
        <p:nvPicPr>
          <p:cNvPr id="18" name="Image 0" descr="shots/12_drawing_request_fil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600200"/>
            <a:ext cx="5669280" cy="466344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1A1A2E">
                <a:alpha val="35000"/>
              </a:srgbClr>
            </a:outerShdw>
          </a:effectLst>
        </p:spPr>
      </p:pic>
      <p:sp>
        <p:nvSpPr>
          <p:cNvPr id="19" name="Text 16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Nexora ERP  ·  DRI Dashboard Overview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10896"/>
            <a:ext cx="82296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37744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Tracking Every Ticket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7240" y="7132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>
                    <a:alpha val="8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list, searchable and filterable, for everything the site has ever asked Planning/Design for.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819656"/>
            <a:ext cx="82296" cy="822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682496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&amp; filter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96112" y="1975104"/>
            <a:ext cx="4773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project, drawing type, priority, status, or a date range — find any ticket in seconds.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752344"/>
            <a:ext cx="82296" cy="822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261518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at a glance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96112" y="2907792"/>
            <a:ext cx="4773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Pending, Committed, Completed, or Delayed — colour-coded across the whole list.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685032"/>
            <a:ext cx="82296" cy="822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54787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in one row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96112" y="3840480"/>
            <a:ext cx="4773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No, requester, assigned owner, priority, committed date, and actual completion — no digging required.</a:t>
            </a:r>
            <a:endParaRPr lang="en-US" sz="1150" dirty="0"/>
          </a:p>
        </p:txBody>
      </p:sp>
      <p:pic>
        <p:nvPicPr>
          <p:cNvPr id="15" name="Image 0" descr="shots/14_drawing_requests_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600200"/>
            <a:ext cx="5669280" cy="466344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1A1A2E">
                <a:alpha val="35000"/>
              </a:srgbClr>
            </a:outerShdw>
          </a:effectLst>
        </p:spPr>
      </p:pic>
      <p:sp>
        <p:nvSpPr>
          <p:cNvPr id="16" name="Text 13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Nexora ERP  ·  DRI Dashboard Overview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10896"/>
            <a:ext cx="82296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37744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Full Ticket Lifecycle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7240" y="7132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>
                    <a:alpha val="8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short stages carry a request from raised to resolved — each owned by a different role.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819656"/>
            <a:ext cx="82296" cy="822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682496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AGM Response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96112" y="1975104"/>
            <a:ext cx="4773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Assigns the ticket to someone and commits a target date.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752344"/>
            <a:ext cx="82296" cy="822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261518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GM — Priority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96112" y="2907792"/>
            <a:ext cx="4773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Sets how urgently it needs to move.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685032"/>
            <a:ext cx="82296" cy="822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54787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Planning — Status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96112" y="3840480"/>
            <a:ext cx="4773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Updates progress through to an actual completion date.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617720"/>
            <a:ext cx="82296" cy="822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48056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Verification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96112" y="4773168"/>
            <a:ext cx="4773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Planning and the project team both confirm it's genuinely resolved.</a:t>
            </a:r>
            <a:endParaRPr lang="en-US" sz="1150" dirty="0"/>
          </a:p>
        </p:txBody>
      </p:sp>
      <p:pic>
        <p:nvPicPr>
          <p:cNvPr id="18" name="Image 0" descr="shots/16_drawing_request_edit_mod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600200"/>
            <a:ext cx="5669280" cy="466344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1A1A2E">
                <a:alpha val="35000"/>
              </a:srgbClr>
            </a:outerShdw>
          </a:effectLst>
        </p:spPr>
      </p:pic>
      <p:sp>
        <p:nvSpPr>
          <p:cNvPr id="19" name="Text 16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Nexora ERP  ·  DRI Dashboard Overview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FF7A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dashboard, two connected workflows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Progress Reports build the site's photographic record. Drawing Requests keep Planning and the site in sync.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4709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7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Nexora ERP  ·  DRI Dashboard Overview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2026-08-04T10:50:39Z</dcterms:created>
  <dcterms:modified xsi:type="dcterms:W3CDTF">2026-08-04T10:50:39Z</dcterms:modified>
</cp:coreProperties>
</file>